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ApexPlanet Data Analytics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Task 5 - Final Reporting, Deployment &amp; Presentation</a:t>
            </a:r>
          </a:p>
          <a:p>
            <a:pPr>
              <a:spcAft>
                <a:spcPts val="800"/>
              </a:spcAft>
              <a:defRPr sz="2400"/>
            </a:pPr>
            <a:r>
              <a:t>Project: Superstore Sales and Profit Analysis</a:t>
            </a:r>
          </a:p>
          <a:p>
            <a:pPr>
              <a:spcAft>
                <a:spcPts val="800"/>
              </a:spcAft>
              <a:defRPr sz="2400"/>
            </a:pPr>
            <a:r>
              <a:t>Prepared by Kanmani S</a:t>
            </a:r>
          </a:p>
          <a:p>
            <a:pPr>
              <a:spcAft>
                <a:spcPts val="800"/>
              </a:spcAft>
              <a:defRPr sz="2400"/>
            </a:pPr>
            <a:r>
              <a:t>Internship period: 11 July 2026 - 24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Understand sales and profitability by category, sub-category and region.</a:t>
            </a:r>
          </a:p>
          <a:p>
            <a:pPr>
              <a:spcAft>
                <a:spcPts val="800"/>
              </a:spcAft>
              <a:defRPr sz="2000"/>
            </a:pPr>
            <a:r>
              <a:t>Identify loss-making and low-margin areas.</a:t>
            </a:r>
          </a:p>
          <a:p>
            <a:pPr>
              <a:spcAft>
                <a:spcPts val="800"/>
              </a:spcAft>
              <a:defRPr sz="2000"/>
            </a:pPr>
            <a:r>
              <a:t>Create an executive-ready report and Power BI dashboard evidence.</a:t>
            </a:r>
          </a:p>
          <a:p>
            <a:pPr>
              <a:spcAft>
                <a:spcPts val="800"/>
              </a:spcAft>
              <a:defRPr sz="2000"/>
            </a:pPr>
            <a:r>
              <a:t>Prepare an automated analytics pipeline and submission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10 records, 8 columns, 10 unique orders.</a:t>
            </a:r>
          </a:p>
          <a:p>
            <a:pPr>
              <a:spcAft>
                <a:spcPts val="800"/>
              </a:spcAft>
              <a:defRPr sz="2000"/>
            </a:pPr>
            <a:r>
              <a:t>Total Sales: {money(total_sales)} | Total Profit: {money(total_profit)} | Quantity: {int(total_qty)}.</a:t>
            </a:r>
          </a:p>
          <a:p>
            <a:pPr>
              <a:spcAft>
                <a:spcPts val="800"/>
              </a:spcAft>
              <a:defRPr sz="2000"/>
            </a:pPr>
            <a:r>
              <a:t>0 missing cells and 0 duplicate rows.</a:t>
            </a:r>
          </a:p>
          <a:p>
            <a:pPr>
              <a:spcAft>
                <a:spcPts val="800"/>
              </a:spcAft>
              <a:defRPr sz="2000"/>
            </a:pPr>
            <a:r>
              <a:t>Short sample: insights are descriptive, not predictive.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EDA Insights</a:t>
            </a:r>
          </a:p>
        </p:txBody>
      </p:sp>
      <p:pic>
        <p:nvPicPr>
          <p:cNvPr id="3" name="Picture 2" descr="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29200" cy="27734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Technology leads sales at 2,350.</a:t>
            </a:r>
          </a:p>
          <a:p>
            <a:pPr>
              <a:spcAft>
                <a:spcPts val="800"/>
              </a:spcAft>
              <a:defRPr sz="1800"/>
            </a:pPr>
            <a:r>
              <a:t>Furniture follows at 2,250.</a:t>
            </a:r>
          </a:p>
          <a:p>
            <a:pPr>
              <a:spcAft>
                <a:spcPts val="800"/>
              </a:spcAft>
              <a:defRPr sz="1800"/>
            </a:pPr>
            <a:r>
              <a:t>Office Supplies records 160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</a:t>
            </a:r>
          </a:p>
        </p:txBody>
      </p:sp>
      <p:pic>
        <p:nvPicPr>
          <p:cNvPr id="3" name="Picture 2" descr="a82fa9b9-2019-451d-b32f-e9eb888be2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62945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Sales-profit correlation: 0.919.</a:t>
            </a:r>
          </a:p>
          <a:p>
            <a:pPr>
              <a:spcAft>
                <a:spcPts val="800"/>
              </a:spcAft>
              <a:defRPr sz="2000"/>
            </a:pPr>
            <a:r>
              <a:t>Quantity-sales correlation: -0.587.</a:t>
            </a:r>
          </a:p>
          <a:p>
            <a:pPr>
              <a:spcAft>
                <a:spcPts val="800"/>
              </a:spcAft>
              <a:defRPr sz="2000"/>
            </a:pPr>
            <a:r>
              <a:t>Overall profit margin: 19.54%.</a:t>
            </a:r>
          </a:p>
          <a:p>
            <a:pPr>
              <a:spcAft>
                <a:spcPts val="800"/>
              </a:spcAft>
              <a:defRPr sz="2000"/>
            </a:pPr>
            <a:r>
              <a:t>Table is the only loss-making sub-category in the supplied records.</a:t>
            </a:r>
          </a:p>
          <a:p>
            <a:pPr>
              <a:spcAft>
                <a:spcPts val="800"/>
              </a:spcAft>
              <a:defRPr sz="2000"/>
            </a:pPr>
            <a:r>
              <a:t>Because n=10, results should be treated as descriptive.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Prioritize Technology products.</a:t>
            </a:r>
          </a:p>
          <a:p>
            <a:pPr>
              <a:spcAft>
                <a:spcPts val="800"/>
              </a:spcAft>
              <a:defRPr sz="1900"/>
            </a:pPr>
            <a:r>
              <a:t>Review Furniture margin and cost structure.</a:t>
            </a:r>
          </a:p>
          <a:p>
            <a:pPr>
              <a:spcAft>
                <a:spcPts val="800"/>
              </a:spcAft>
              <a:defRPr sz="1900"/>
            </a:pPr>
            <a:r>
              <a:t>Investigate North region's weak margin.</a:t>
            </a:r>
          </a:p>
          <a:p>
            <a:pPr>
              <a:spcAft>
                <a:spcPts val="800"/>
              </a:spcAft>
              <a:defRPr sz="1900"/>
            </a:pPr>
            <a:r>
              <a:t>Review Table pricing/cost/fulfillment economics.</a:t>
            </a:r>
          </a:p>
          <a:p>
            <a:pPr>
              <a:spcAft>
                <a:spcPts val="800"/>
              </a:spcAft>
              <a:defRPr sz="1900"/>
            </a:pPr>
            <a:r>
              <a:t>Increase Office Supplies basket value through bundling/cross-selling.</a:t>
            </a:r>
          </a:p>
          <a:p>
            <a:pPr>
              <a:spcAft>
                <a:spcPts val="800"/>
              </a:spcAft>
              <a:defRPr sz="1900"/>
            </a:pPr>
            <a:r>
              <a:t>Use the dashboard for recurring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Small dataset limits statistical confidence.</a:t>
            </a:r>
          </a:p>
          <a:p>
            <a:pPr>
              <a:spcAft>
                <a:spcPts val="800"/>
              </a:spcAft>
              <a:defRPr sz="1900"/>
            </a:pPr>
            <a:r>
              <a:t>No forecasting/segmentation/churn outputs were supplied for Task 5 evidence, so unsupported claims are excluded.</a:t>
            </a:r>
          </a:p>
          <a:p>
            <a:pPr>
              <a:spcAft>
                <a:spcPts val="800"/>
              </a:spcAft>
              <a:defRPr sz="1900"/>
            </a:pPr>
            <a:r>
              <a:t>Learned to connect data cleaning, analytics, visualization, dashboarding and reporting.</a:t>
            </a:r>
          </a:p>
          <a:p>
            <a:pPr>
              <a:spcAft>
                <a:spcPts val="800"/>
              </a:spcAft>
              <a:defRPr sz="1900"/>
            </a:pPr>
            <a:r>
              <a:t>Prepared a repeatable Python automation workflow and documentation.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Automation, GitHub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Automation script validates data and exports KPI/category/region/sub-category summaries.</a:t>
            </a:r>
          </a:p>
          <a:p>
            <a:pPr>
              <a:spcAft>
                <a:spcPts val="800"/>
              </a:spcAft>
              <a:defRPr sz="1900"/>
            </a:pPr>
            <a:r>
              <a:t>README and requirements.txt are prepared.</a:t>
            </a:r>
          </a:p>
          <a:p>
            <a:pPr>
              <a:spcAft>
                <a:spcPts val="800"/>
              </a:spcAft>
              <a:defRPr sz="1900"/>
            </a:pPr>
            <a:r>
              <a:t>Schedule with Windows Task Scheduler / GitHub Actions / Airflow.</a:t>
            </a:r>
          </a:p>
          <a:p>
            <a:pPr>
              <a:spcAft>
                <a:spcPts val="800"/>
              </a:spcAft>
              <a:defRPr sz="1900"/>
            </a:pPr>
            <a:r>
              <a:t>Future: forecasting, customer segmentation, churn, anomaly alerts and cloud deployment.</a:t>
            </a:r>
          </a:p>
          <a:p>
            <a:pPr>
              <a:spcAft>
                <a:spcPts val="800"/>
              </a:spcAft>
              <a:defRPr sz="1900"/>
            </a:pPr>
            <a:r>
              <a:t>GitHub push and public links remain manual final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Verified results: 4,760 sales | 930 profit | 31 units.</a:t>
            </a:r>
          </a:p>
          <a:p>
            <a:pPr>
              <a:spcAft>
                <a:spcPts val="800"/>
              </a:spcAft>
              <a:defRPr sz="2000"/>
            </a:pPr>
            <a:r>
              <a:t>Strongest areas: Technology and East.</a:t>
            </a:r>
          </a:p>
          <a:p>
            <a:pPr>
              <a:spcAft>
                <a:spcPts val="800"/>
              </a:spcAft>
              <a:defRPr sz="2000"/>
            </a:pPr>
            <a:r>
              <a:t>Priority areas: North margin and loss-making Table.</a:t>
            </a:r>
          </a:p>
          <a:p>
            <a:pPr>
              <a:spcAft>
                <a:spcPts val="800"/>
              </a:spcAft>
              <a:defRPr sz="2000"/>
            </a:pPr>
            <a:r>
              <a:t>Final manual steps: GitHub push, demo recording/upload, LinkedIn/dashboard links if required.</a:t>
            </a:r>
          </a:p>
          <a:p>
            <a:pPr>
              <a:spcAft>
                <a:spcPts val="800"/>
              </a:spcAft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